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95" r:id="rId2"/>
    <p:sldId id="336" r:id="rId3"/>
    <p:sldId id="270" r:id="rId4"/>
    <p:sldId id="338" r:id="rId5"/>
    <p:sldId id="339" r:id="rId6"/>
    <p:sldId id="340" r:id="rId7"/>
    <p:sldId id="341" r:id="rId8"/>
    <p:sldId id="342" r:id="rId9"/>
    <p:sldId id="347" r:id="rId10"/>
    <p:sldId id="346" r:id="rId11"/>
    <p:sldId id="345" r:id="rId12"/>
    <p:sldId id="343" r:id="rId13"/>
    <p:sldId id="344" r:id="rId14"/>
    <p:sldId id="337" r:id="rId15"/>
  </p:sldIdLst>
  <p:sldSz cx="24382413" cy="13716000"/>
  <p:notesSz cx="6858000" cy="9144000"/>
  <p:defaultTextStyle>
    <a:defPPr>
      <a:defRPr lang="es-ES_tradnl"/>
    </a:defPPr>
    <a:lvl1pPr marL="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ABD8"/>
    <a:srgbClr val="1736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807"/>
  </p:normalViewPr>
  <p:slideViewPr>
    <p:cSldViewPr snapToGrid="0" snapToObjects="1">
      <p:cViewPr varScale="1">
        <p:scale>
          <a:sx n="55" d="100"/>
          <a:sy n="55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00391E-5383-C34D-900B-25999BBE87A5}" type="datetimeFigureOut">
              <a:rPr lang="es-ES_tradnl" smtClean="0"/>
              <a:t>27/05/2021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A4E957-F8F8-984B-94DC-E93DA1F8723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13427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6CB63C-5409-464E-A253-DE45389F2FB7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25814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6CB63C-5409-464E-A253-DE45389F2FB7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8317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6CB63C-5409-464E-A253-DE45389F2FB7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8710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7802" y="2244726"/>
            <a:ext cx="18286810" cy="4775200"/>
          </a:xfrm>
        </p:spPr>
        <p:txBody>
          <a:bodyPr anchor="b"/>
          <a:lstStyle>
            <a:lvl1pPr algn="ctr">
              <a:defRPr sz="11999"/>
            </a:lvl1pPr>
          </a:lstStyle>
          <a:p>
            <a:r>
              <a:rPr lang="es-ES_tradnl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7802" y="7204076"/>
            <a:ext cx="1828681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es-ES_tradnl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9D54-C465-E042-8773-2461E320EA9C}" type="datetimeFigureOut">
              <a:rPr lang="es-ES_tradnl" smtClean="0"/>
              <a:t>27/05/2021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F26D-4973-6248-B53D-6FAE743B566F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9D54-C465-E042-8773-2461E320EA9C}" type="datetimeFigureOut">
              <a:rPr lang="es-ES_tradnl" smtClean="0"/>
              <a:t>27/05/2021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F26D-4973-6248-B53D-6FAE743B566F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592" y="3419477"/>
            <a:ext cx="21029831" cy="5705474"/>
          </a:xfrm>
        </p:spPr>
        <p:txBody>
          <a:bodyPr anchor="b"/>
          <a:lstStyle>
            <a:lvl1pPr>
              <a:defRPr sz="11999"/>
            </a:lvl1pPr>
          </a:lstStyle>
          <a:p>
            <a:r>
              <a:rPr lang="es-ES_tradnl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592" y="9178927"/>
            <a:ext cx="21029831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354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709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063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41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1771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126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48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483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9D54-C465-E042-8773-2461E320EA9C}" type="datetimeFigureOut">
              <a:rPr lang="es-ES_tradnl" smtClean="0"/>
              <a:t>27/05/2021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F26D-4973-6248-B53D-6FAE743B566F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291" y="3651250"/>
            <a:ext cx="10362526" cy="8702676"/>
          </a:xfrm>
        </p:spPr>
        <p:txBody>
          <a:bodyPr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3596" y="3651250"/>
            <a:ext cx="10362526" cy="8702676"/>
          </a:xfrm>
        </p:spPr>
        <p:txBody>
          <a:bodyPr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9D54-C465-E042-8773-2461E320EA9C}" type="datetimeFigureOut">
              <a:rPr lang="es-ES_tradnl" smtClean="0"/>
              <a:t>27/05/2021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F26D-4973-6248-B53D-6FAE743B566F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467" y="730251"/>
            <a:ext cx="21029831" cy="2651126"/>
          </a:xfrm>
        </p:spPr>
        <p:txBody>
          <a:bodyPr/>
          <a:lstStyle/>
          <a:p>
            <a:r>
              <a:rPr lang="es-ES_tradnl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467" y="3362326"/>
            <a:ext cx="10314903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354" indent="0">
              <a:buNone/>
              <a:defRPr sz="4000" b="1"/>
            </a:lvl2pPr>
            <a:lvl3pPr marL="1828709" indent="0">
              <a:buNone/>
              <a:defRPr sz="3600" b="1"/>
            </a:lvl3pPr>
            <a:lvl4pPr marL="2743063" indent="0">
              <a:buNone/>
              <a:defRPr sz="3200" b="1"/>
            </a:lvl4pPr>
            <a:lvl5pPr marL="3657417" indent="0">
              <a:buNone/>
              <a:defRPr sz="3200" b="1"/>
            </a:lvl5pPr>
            <a:lvl6pPr marL="4571771" indent="0">
              <a:buNone/>
              <a:defRPr sz="3200" b="1"/>
            </a:lvl6pPr>
            <a:lvl7pPr marL="5486126" indent="0">
              <a:buNone/>
              <a:defRPr sz="3200" b="1"/>
            </a:lvl7pPr>
            <a:lvl8pPr marL="6400480" indent="0">
              <a:buNone/>
              <a:defRPr sz="3200" b="1"/>
            </a:lvl8pPr>
            <a:lvl9pPr marL="7314834" indent="0">
              <a:buNone/>
              <a:defRPr sz="3200" b="1"/>
            </a:lvl9pPr>
          </a:lstStyle>
          <a:p>
            <a:pPr lvl="0"/>
            <a:r>
              <a:rPr lang="es-ES_tradnl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467" y="5010150"/>
            <a:ext cx="10314903" cy="7369176"/>
          </a:xfrm>
        </p:spPr>
        <p:txBody>
          <a:bodyPr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3597" y="3362326"/>
            <a:ext cx="10365701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354" indent="0">
              <a:buNone/>
              <a:defRPr sz="4000" b="1"/>
            </a:lvl2pPr>
            <a:lvl3pPr marL="1828709" indent="0">
              <a:buNone/>
              <a:defRPr sz="3600" b="1"/>
            </a:lvl3pPr>
            <a:lvl4pPr marL="2743063" indent="0">
              <a:buNone/>
              <a:defRPr sz="3200" b="1"/>
            </a:lvl4pPr>
            <a:lvl5pPr marL="3657417" indent="0">
              <a:buNone/>
              <a:defRPr sz="3200" b="1"/>
            </a:lvl5pPr>
            <a:lvl6pPr marL="4571771" indent="0">
              <a:buNone/>
              <a:defRPr sz="3200" b="1"/>
            </a:lvl6pPr>
            <a:lvl7pPr marL="5486126" indent="0">
              <a:buNone/>
              <a:defRPr sz="3200" b="1"/>
            </a:lvl7pPr>
            <a:lvl8pPr marL="6400480" indent="0">
              <a:buNone/>
              <a:defRPr sz="3200" b="1"/>
            </a:lvl8pPr>
            <a:lvl9pPr marL="7314834" indent="0">
              <a:buNone/>
              <a:defRPr sz="3200" b="1"/>
            </a:lvl9pPr>
          </a:lstStyle>
          <a:p>
            <a:pPr lvl="0"/>
            <a:r>
              <a:rPr lang="es-ES_tradnl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3597" y="5010150"/>
            <a:ext cx="10365701" cy="7369176"/>
          </a:xfrm>
        </p:spPr>
        <p:txBody>
          <a:bodyPr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9D54-C465-E042-8773-2461E320EA9C}" type="datetimeFigureOut">
              <a:rPr lang="es-ES_tradnl" smtClean="0"/>
              <a:t>27/05/2021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F26D-4973-6248-B53D-6FAE743B566F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9D54-C465-E042-8773-2461E320EA9C}" type="datetimeFigureOut">
              <a:rPr lang="es-ES_tradnl" smtClean="0"/>
              <a:t>27/05/2021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F26D-4973-6248-B53D-6FAE743B566F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9D54-C465-E042-8773-2461E320EA9C}" type="datetimeFigureOut">
              <a:rPr lang="es-ES_tradnl" smtClean="0"/>
              <a:t>27/05/2021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F26D-4973-6248-B53D-6FAE743B566F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468" y="914400"/>
            <a:ext cx="7863962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s-ES_tradnl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5701" y="1974851"/>
            <a:ext cx="12343597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468" y="4114800"/>
            <a:ext cx="7863962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354" indent="0">
              <a:buNone/>
              <a:defRPr sz="2800"/>
            </a:lvl2pPr>
            <a:lvl3pPr marL="1828709" indent="0">
              <a:buNone/>
              <a:defRPr sz="2400"/>
            </a:lvl3pPr>
            <a:lvl4pPr marL="2743063" indent="0">
              <a:buNone/>
              <a:defRPr sz="2000"/>
            </a:lvl4pPr>
            <a:lvl5pPr marL="3657417" indent="0">
              <a:buNone/>
              <a:defRPr sz="2000"/>
            </a:lvl5pPr>
            <a:lvl6pPr marL="4571771" indent="0">
              <a:buNone/>
              <a:defRPr sz="2000"/>
            </a:lvl6pPr>
            <a:lvl7pPr marL="5486126" indent="0">
              <a:buNone/>
              <a:defRPr sz="2000"/>
            </a:lvl7pPr>
            <a:lvl8pPr marL="6400480" indent="0">
              <a:buNone/>
              <a:defRPr sz="2000"/>
            </a:lvl8pPr>
            <a:lvl9pPr marL="7314834" indent="0">
              <a:buNone/>
              <a:defRPr sz="2000"/>
            </a:lvl9pPr>
          </a:lstStyle>
          <a:p>
            <a:pPr lvl="0"/>
            <a:r>
              <a:rPr lang="es-ES_tradnl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9D54-C465-E042-8773-2461E320EA9C}" type="datetimeFigureOut">
              <a:rPr lang="es-ES_tradnl" smtClean="0"/>
              <a:t>27/05/2021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F26D-4973-6248-B53D-6FAE743B566F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468" y="914400"/>
            <a:ext cx="7863962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s-ES_tradnl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5701" y="1974851"/>
            <a:ext cx="12343597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354" indent="0">
              <a:buNone/>
              <a:defRPr sz="5600"/>
            </a:lvl2pPr>
            <a:lvl3pPr marL="1828709" indent="0">
              <a:buNone/>
              <a:defRPr sz="4800"/>
            </a:lvl3pPr>
            <a:lvl4pPr marL="2743063" indent="0">
              <a:buNone/>
              <a:defRPr sz="4000"/>
            </a:lvl4pPr>
            <a:lvl5pPr marL="3657417" indent="0">
              <a:buNone/>
              <a:defRPr sz="4000"/>
            </a:lvl5pPr>
            <a:lvl6pPr marL="4571771" indent="0">
              <a:buNone/>
              <a:defRPr sz="4000"/>
            </a:lvl6pPr>
            <a:lvl7pPr marL="5486126" indent="0">
              <a:buNone/>
              <a:defRPr sz="4000"/>
            </a:lvl7pPr>
            <a:lvl8pPr marL="6400480" indent="0">
              <a:buNone/>
              <a:defRPr sz="4000"/>
            </a:lvl8pPr>
            <a:lvl9pPr marL="7314834" indent="0">
              <a:buNone/>
              <a:defRPr sz="4000"/>
            </a:lvl9pPr>
          </a:lstStyle>
          <a:p>
            <a:r>
              <a:rPr lang="es-ES_tradnl"/>
              <a:t>Arrastre la imagen al marcador de posición o haga clic en el icono para agregarla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468" y="4114800"/>
            <a:ext cx="7863962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354" indent="0">
              <a:buNone/>
              <a:defRPr sz="2800"/>
            </a:lvl2pPr>
            <a:lvl3pPr marL="1828709" indent="0">
              <a:buNone/>
              <a:defRPr sz="2400"/>
            </a:lvl3pPr>
            <a:lvl4pPr marL="2743063" indent="0">
              <a:buNone/>
              <a:defRPr sz="2000"/>
            </a:lvl4pPr>
            <a:lvl5pPr marL="3657417" indent="0">
              <a:buNone/>
              <a:defRPr sz="2000"/>
            </a:lvl5pPr>
            <a:lvl6pPr marL="4571771" indent="0">
              <a:buNone/>
              <a:defRPr sz="2000"/>
            </a:lvl6pPr>
            <a:lvl7pPr marL="5486126" indent="0">
              <a:buNone/>
              <a:defRPr sz="2000"/>
            </a:lvl7pPr>
            <a:lvl8pPr marL="6400480" indent="0">
              <a:buNone/>
              <a:defRPr sz="2000"/>
            </a:lvl8pPr>
            <a:lvl9pPr marL="7314834" indent="0">
              <a:buNone/>
              <a:defRPr sz="2000"/>
            </a:lvl9pPr>
          </a:lstStyle>
          <a:p>
            <a:pPr lvl="0"/>
            <a:r>
              <a:rPr lang="es-ES_tradnl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9D54-C465-E042-8773-2461E320EA9C}" type="datetimeFigureOut">
              <a:rPr lang="es-ES_tradnl" smtClean="0"/>
              <a:t>27/05/2021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F26D-4973-6248-B53D-6FAE743B566F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9D54-C465-E042-8773-2461E320EA9C}" type="datetimeFigureOut">
              <a:rPr lang="es-ES_tradnl" smtClean="0"/>
              <a:t>27/05/2021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F26D-4973-6248-B53D-6FAE743B566F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8664" y="730250"/>
            <a:ext cx="5257458" cy="11623676"/>
          </a:xfrm>
        </p:spPr>
        <p:txBody>
          <a:bodyPr vert="eaVert"/>
          <a:lstStyle/>
          <a:p>
            <a:r>
              <a:rPr lang="es-ES_tradnl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291" y="730250"/>
            <a:ext cx="15467593" cy="11623676"/>
          </a:xfrm>
        </p:spPr>
        <p:txBody>
          <a:bodyPr vert="eaVert"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9D54-C465-E042-8773-2461E320EA9C}" type="datetimeFigureOut">
              <a:rPr lang="es-ES_tradnl" smtClean="0"/>
              <a:t>27/05/2021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F26D-4973-6248-B53D-6FAE743B566F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59D54-C465-E042-8773-2461E320EA9C}" type="datetimeFigureOut">
              <a:rPr lang="es-ES_tradnl" smtClean="0"/>
              <a:t>27/05/2021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2F26D-4973-6248-B53D-6FAE743B566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99537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46"/>
            <a:ext cx="24582697" cy="1387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33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4D047D2-A98C-E24E-9277-D7FA42BF2F18}"/>
              </a:ext>
            </a:extLst>
          </p:cNvPr>
          <p:cNvSpPr txBox="1"/>
          <p:nvPr/>
        </p:nvSpPr>
        <p:spPr>
          <a:xfrm>
            <a:off x="12018374" y="3380351"/>
            <a:ext cx="1165479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s-CO" sz="8800" b="1" spc="120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NOMBRE PROPUESTA</a:t>
            </a:r>
          </a:p>
          <a:p>
            <a:pPr algn="ctr">
              <a:defRPr/>
            </a:pPr>
            <a:endParaRPr lang="es-CO" sz="8800" b="1" spc="1200" dirty="0">
              <a:solidFill>
                <a:srgbClr val="00206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8"/>
            <a:ext cx="12018374" cy="1392409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22428770" y="12517275"/>
            <a:ext cx="1953643" cy="1221027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3AD141DA-E7E4-4D30-B8B0-B65DA6450EB0}"/>
              </a:ext>
            </a:extLst>
          </p:cNvPr>
          <p:cNvSpPr txBox="1">
            <a:spLocks/>
          </p:cNvSpPr>
          <p:nvPr/>
        </p:nvSpPr>
        <p:spPr>
          <a:xfrm>
            <a:off x="10019418" y="7191258"/>
            <a:ext cx="15652704" cy="3144391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18287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19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6000" b="1" i="1" dirty="0">
                <a:solidFill>
                  <a:srgbClr val="002060"/>
                </a:solidFill>
                <a:latin typeface="Arial" charset="0"/>
                <a:ea typeface="Arial" charset="0"/>
                <a:cs typeface="Arial" charset="0"/>
              </a:rPr>
              <a:t>Quien presenta</a:t>
            </a:r>
          </a:p>
          <a:p>
            <a:r>
              <a:rPr lang="es-ES_tradnl" sz="6000" b="1" i="1" dirty="0">
                <a:solidFill>
                  <a:srgbClr val="002060"/>
                </a:solidFill>
                <a:latin typeface="Arial" charset="0"/>
                <a:ea typeface="Arial" charset="0"/>
                <a:cs typeface="Arial" charset="0"/>
              </a:rPr>
              <a:t>Tutor académico</a:t>
            </a:r>
          </a:p>
          <a:p>
            <a:r>
              <a:rPr lang="es-ES_tradnl" sz="6000" b="1" i="1" dirty="0">
                <a:solidFill>
                  <a:srgbClr val="002060"/>
                </a:solidFill>
                <a:latin typeface="Arial" charset="0"/>
                <a:ea typeface="Arial" charset="0"/>
                <a:cs typeface="Arial" charset="0"/>
              </a:rPr>
              <a:t>Programa</a:t>
            </a:r>
          </a:p>
        </p:txBody>
      </p:sp>
    </p:spTree>
    <p:extLst>
      <p:ext uri="{BB962C8B-B14F-4D97-AF65-F5344CB8AC3E}">
        <p14:creationId xmlns:p14="http://schemas.microsoft.com/office/powerpoint/2010/main" val="1196274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77631"/>
            <a:ext cx="15652704" cy="1250413"/>
          </a:xfrm>
          <a:solidFill>
            <a:srgbClr val="002060"/>
          </a:solidFill>
        </p:spPr>
        <p:txBody>
          <a:bodyPr>
            <a:noAutofit/>
          </a:bodyPr>
          <a:lstStyle/>
          <a:p>
            <a:pPr algn="ctr"/>
            <a:r>
              <a:rPr lang="es-ES_tradnl" sz="6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Planteamiento del Problema</a:t>
            </a:r>
          </a:p>
        </p:txBody>
      </p:sp>
    </p:spTree>
    <p:extLst>
      <p:ext uri="{BB962C8B-B14F-4D97-AF65-F5344CB8AC3E}">
        <p14:creationId xmlns:p14="http://schemas.microsoft.com/office/powerpoint/2010/main" val="1492526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777631"/>
            <a:ext cx="15652704" cy="1250413"/>
          </a:xfrm>
          <a:solidFill>
            <a:srgbClr val="002060"/>
          </a:solidFill>
        </p:spPr>
        <p:txBody>
          <a:bodyPr>
            <a:noAutofit/>
          </a:bodyPr>
          <a:lstStyle/>
          <a:p>
            <a:pPr algn="ctr"/>
            <a:r>
              <a:rPr lang="es-ES_tradnl" sz="6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Objetivos</a:t>
            </a:r>
          </a:p>
        </p:txBody>
      </p:sp>
    </p:spTree>
    <p:extLst>
      <p:ext uri="{BB962C8B-B14F-4D97-AF65-F5344CB8AC3E}">
        <p14:creationId xmlns:p14="http://schemas.microsoft.com/office/powerpoint/2010/main" val="654129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666119"/>
            <a:ext cx="15652704" cy="1250413"/>
          </a:xfrm>
          <a:solidFill>
            <a:srgbClr val="002060"/>
          </a:solidFill>
        </p:spPr>
        <p:txBody>
          <a:bodyPr>
            <a:noAutofit/>
          </a:bodyPr>
          <a:lstStyle/>
          <a:p>
            <a:pPr algn="ctr"/>
            <a:r>
              <a:rPr lang="es-ES_tradnl" sz="6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Justificación</a:t>
            </a:r>
          </a:p>
        </p:txBody>
      </p:sp>
    </p:spTree>
    <p:extLst>
      <p:ext uri="{BB962C8B-B14F-4D97-AF65-F5344CB8AC3E}">
        <p14:creationId xmlns:p14="http://schemas.microsoft.com/office/powerpoint/2010/main" val="133321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666119"/>
            <a:ext cx="15652704" cy="1250413"/>
          </a:xfrm>
          <a:solidFill>
            <a:srgbClr val="002060"/>
          </a:solidFill>
        </p:spPr>
        <p:txBody>
          <a:bodyPr>
            <a:noAutofit/>
          </a:bodyPr>
          <a:lstStyle/>
          <a:p>
            <a:pPr algn="ctr"/>
            <a:r>
              <a:rPr lang="es-ES_tradnl" sz="6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Marco teórico principal</a:t>
            </a:r>
          </a:p>
        </p:txBody>
      </p:sp>
    </p:spTree>
    <p:extLst>
      <p:ext uri="{BB962C8B-B14F-4D97-AF65-F5344CB8AC3E}">
        <p14:creationId xmlns:p14="http://schemas.microsoft.com/office/powerpoint/2010/main" val="2345109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666119"/>
            <a:ext cx="15652704" cy="1250413"/>
          </a:xfrm>
          <a:solidFill>
            <a:srgbClr val="002060"/>
          </a:solidFill>
        </p:spPr>
        <p:txBody>
          <a:bodyPr>
            <a:noAutofit/>
          </a:bodyPr>
          <a:lstStyle/>
          <a:p>
            <a:pPr algn="ctr"/>
            <a:r>
              <a:rPr lang="es-ES_tradnl" sz="6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Metodología</a:t>
            </a:r>
          </a:p>
        </p:txBody>
      </p:sp>
    </p:spTree>
    <p:extLst>
      <p:ext uri="{BB962C8B-B14F-4D97-AF65-F5344CB8AC3E}">
        <p14:creationId xmlns:p14="http://schemas.microsoft.com/office/powerpoint/2010/main" val="656463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666119"/>
            <a:ext cx="15652704" cy="1250413"/>
          </a:xfrm>
          <a:solidFill>
            <a:srgbClr val="002060"/>
          </a:solidFill>
        </p:spPr>
        <p:txBody>
          <a:bodyPr>
            <a:noAutofit/>
          </a:bodyPr>
          <a:lstStyle/>
          <a:p>
            <a:pPr algn="ctr"/>
            <a:r>
              <a:rPr lang="es-ES_tradnl" sz="6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Resultados (Objetivo 1)</a:t>
            </a:r>
          </a:p>
        </p:txBody>
      </p:sp>
    </p:spTree>
    <p:extLst>
      <p:ext uri="{BB962C8B-B14F-4D97-AF65-F5344CB8AC3E}">
        <p14:creationId xmlns:p14="http://schemas.microsoft.com/office/powerpoint/2010/main" val="1460194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666119"/>
            <a:ext cx="15652704" cy="1250413"/>
          </a:xfrm>
          <a:solidFill>
            <a:srgbClr val="002060"/>
          </a:solidFill>
        </p:spPr>
        <p:txBody>
          <a:bodyPr>
            <a:noAutofit/>
          </a:bodyPr>
          <a:lstStyle/>
          <a:p>
            <a:pPr algn="ctr"/>
            <a:r>
              <a:rPr lang="es-ES_tradnl" sz="6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Resultados (Objetivo 2)</a:t>
            </a:r>
          </a:p>
        </p:txBody>
      </p:sp>
    </p:spTree>
    <p:extLst>
      <p:ext uri="{BB962C8B-B14F-4D97-AF65-F5344CB8AC3E}">
        <p14:creationId xmlns:p14="http://schemas.microsoft.com/office/powerpoint/2010/main" val="1951879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666119"/>
            <a:ext cx="15652704" cy="1250413"/>
          </a:xfrm>
          <a:solidFill>
            <a:srgbClr val="002060"/>
          </a:solidFill>
        </p:spPr>
        <p:txBody>
          <a:bodyPr>
            <a:noAutofit/>
          </a:bodyPr>
          <a:lstStyle/>
          <a:p>
            <a:pPr algn="ctr"/>
            <a:r>
              <a:rPr lang="es-ES_tradnl" sz="6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Resultados (Objetivo 3)</a:t>
            </a:r>
          </a:p>
        </p:txBody>
      </p:sp>
    </p:spTree>
    <p:extLst>
      <p:ext uri="{BB962C8B-B14F-4D97-AF65-F5344CB8AC3E}">
        <p14:creationId xmlns:p14="http://schemas.microsoft.com/office/powerpoint/2010/main" val="3511371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666119"/>
            <a:ext cx="15652704" cy="1250413"/>
          </a:xfrm>
          <a:solidFill>
            <a:srgbClr val="002060"/>
          </a:solidFill>
        </p:spPr>
        <p:txBody>
          <a:bodyPr>
            <a:noAutofit/>
          </a:bodyPr>
          <a:lstStyle/>
          <a:p>
            <a:pPr algn="ctr"/>
            <a:r>
              <a:rPr lang="es-ES_tradnl" sz="6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Resultados (Objetivo 4)</a:t>
            </a:r>
          </a:p>
        </p:txBody>
      </p:sp>
    </p:spTree>
    <p:extLst>
      <p:ext uri="{BB962C8B-B14F-4D97-AF65-F5344CB8AC3E}">
        <p14:creationId xmlns:p14="http://schemas.microsoft.com/office/powerpoint/2010/main" val="1705763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666119"/>
            <a:ext cx="15652704" cy="1250413"/>
          </a:xfrm>
          <a:solidFill>
            <a:srgbClr val="002060"/>
          </a:solidFill>
        </p:spPr>
        <p:txBody>
          <a:bodyPr>
            <a:noAutofit/>
          </a:bodyPr>
          <a:lstStyle/>
          <a:p>
            <a:pPr algn="ctr"/>
            <a:r>
              <a:rPr lang="es-ES_tradnl" sz="6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Conclusiones</a:t>
            </a:r>
          </a:p>
        </p:txBody>
      </p:sp>
    </p:spTree>
    <p:extLst>
      <p:ext uri="{BB962C8B-B14F-4D97-AF65-F5344CB8AC3E}">
        <p14:creationId xmlns:p14="http://schemas.microsoft.com/office/powerpoint/2010/main" val="1460946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666119"/>
            <a:ext cx="15652704" cy="1250413"/>
          </a:xfrm>
          <a:solidFill>
            <a:srgbClr val="002060"/>
          </a:solidFill>
        </p:spPr>
        <p:txBody>
          <a:bodyPr>
            <a:noAutofit/>
          </a:bodyPr>
          <a:lstStyle/>
          <a:p>
            <a:pPr algn="ctr"/>
            <a:r>
              <a:rPr lang="es-ES_tradnl" sz="6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Referencias</a:t>
            </a:r>
          </a:p>
        </p:txBody>
      </p:sp>
    </p:spTree>
    <p:extLst>
      <p:ext uri="{BB962C8B-B14F-4D97-AF65-F5344CB8AC3E}">
        <p14:creationId xmlns:p14="http://schemas.microsoft.com/office/powerpoint/2010/main" val="395667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47"/>
            <a:ext cx="24601088" cy="1371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211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7518</TotalTime>
  <Words>41</Words>
  <Application>Microsoft Office PowerPoint</Application>
  <PresentationFormat>Personalizado</PresentationFormat>
  <Paragraphs>18</Paragraphs>
  <Slides>14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Open Sans</vt:lpstr>
      <vt:lpstr>Tema de Office</vt:lpstr>
      <vt:lpstr>Presentación de PowerPoint</vt:lpstr>
      <vt:lpstr>Presentación de PowerPoint</vt:lpstr>
      <vt:lpstr>Planteamiento del Problema</vt:lpstr>
      <vt:lpstr>Objetivos</vt:lpstr>
      <vt:lpstr>Justificación</vt:lpstr>
      <vt:lpstr>Marco teórico principal</vt:lpstr>
      <vt:lpstr>Metodología</vt:lpstr>
      <vt:lpstr>Resultados (Objetivo 1)</vt:lpstr>
      <vt:lpstr>Resultados (Objetivo 2)</vt:lpstr>
      <vt:lpstr>Resultados (Objetivo 3)</vt:lpstr>
      <vt:lpstr>Resultados (Objetivo 4)</vt:lpstr>
      <vt:lpstr>Conclusiones</vt:lpstr>
      <vt:lpstr>Referencias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BARRIGA HERNANDEZ CARLOS ANDRES</dc:creator>
  <cp:lastModifiedBy>Alexis Rojas Cordero</cp:lastModifiedBy>
  <cp:revision>17</cp:revision>
  <dcterms:created xsi:type="dcterms:W3CDTF">2018-04-16T21:10:12Z</dcterms:created>
  <dcterms:modified xsi:type="dcterms:W3CDTF">2021-05-28T01:26:19Z</dcterms:modified>
</cp:coreProperties>
</file>